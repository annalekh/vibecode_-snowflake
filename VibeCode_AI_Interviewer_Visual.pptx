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432720" y="3930840"/>
            <a:ext cx="77522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32720" y="3255120"/>
            <a:ext cx="7752240" cy="27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16;p2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4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9848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908208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body"/>
          </p:nvPr>
        </p:nvSpPr>
        <p:spPr>
          <a:xfrm>
            <a:off x="332784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64;p11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29E93D1D-D03C-41EE-ACD3-EEF9239C55AD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фото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7343640" y="0"/>
            <a:ext cx="4847760" cy="685764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67;p12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6266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31640" y="1022400"/>
            <a:ext cx="6266160" cy="44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70;p12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D0943DE5-0EE2-4E2E-BBD7-46EA5EB1953D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голубой фон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73;p13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75;p13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74329F1E-DF41-4A9F-AA00-E572F4D8A6B1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темный фон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78;p14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80;p14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919554B3-749C-496A-B9EE-29EF7E788F31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аленький 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32720" y="466200"/>
            <a:ext cx="951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83;p15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656D9C27-1029-41D9-BB9E-D572DD6D0A18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85;p16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CE43B3E0-2D8D-4A86-A9F7-9D1096F325C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пасибо за внима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87;p17"/>
          <p:cNvSpPr/>
          <p:nvPr/>
        </p:nvSpPr>
        <p:spPr>
          <a:xfrm>
            <a:off x="422640" y="5139000"/>
            <a:ext cx="6114600" cy="14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Спасибо </a:t>
            </a:r>
            <a:br>
              <a:rPr sz="6000"/>
            </a:b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за внимание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Google Shape;88;p17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0;p18"/>
          <p:cNvSpPr/>
          <p:nvPr/>
        </p:nvSpPr>
        <p:spPr>
          <a:xfrm>
            <a:off x="432720" y="3902400"/>
            <a:ext cx="850140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Цифровая трансформация </a:t>
            </a:r>
            <a:br>
              <a:rPr sz="4400"/>
            </a:b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бизнеса, регионов и страны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91;p18"/>
          <p:cNvSpPr/>
          <p:nvPr/>
        </p:nvSpPr>
        <p:spPr>
          <a:xfrm>
            <a:off x="432720" y="5579280"/>
            <a:ext cx="45424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+7 495 648-08-08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info@t1.ru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Google Shape;92;p18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Титульный слайд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18;p3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432720" y="3930840"/>
            <a:ext cx="77612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432720" y="3255120"/>
            <a:ext cx="7761240" cy="27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Google Shape;22;p3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Титу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24;p4"/>
          <p:cNvSpPr/>
          <p:nvPr/>
        </p:nvSpPr>
        <p:spPr>
          <a:xfrm>
            <a:off x="347760" y="6510240"/>
            <a:ext cx="8547120" cy="30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25;p4"/>
          <p:cNvSpPr/>
          <p:nvPr/>
        </p:nvSpPr>
        <p:spPr>
          <a:xfrm rot="21102000">
            <a:off x="5204160" y="502200"/>
            <a:ext cx="7382520" cy="6864120"/>
          </a:xfrm>
          <a:custGeom>
            <a:avLst/>
            <a:gdLst>
              <a:gd name="textAreaLeft" fmla="*/ 0 w 7382520"/>
              <a:gd name="textAreaRight" fmla="*/ 7382880 w 7382520"/>
              <a:gd name="textAreaTop" fmla="*/ 0 h 6864120"/>
              <a:gd name="textAreaBottom" fmla="*/ 6864480 h 6864120"/>
            </a:gdLst>
            <a:ahLst/>
            <a:cxnLst/>
            <a:rect l="textAreaLeft" t="textAreaTop" r="textAreaRight" b="textAreaBottom"/>
            <a:pathLst>
              <a:path w="7348803" h="6474983">
                <a:moveTo>
                  <a:pt x="4190835" y="0"/>
                </a:moveTo>
                <a:lnTo>
                  <a:pt x="7348803" y="460855"/>
                </a:lnTo>
                <a:lnTo>
                  <a:pt x="7348803" y="932742"/>
                </a:lnTo>
                <a:lnTo>
                  <a:pt x="6540003" y="6474983"/>
                </a:lnTo>
                <a:lnTo>
                  <a:pt x="0" y="5520575"/>
                </a:lnTo>
                <a:lnTo>
                  <a:pt x="80563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432720" y="3625920"/>
            <a:ext cx="5827320" cy="28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432720" y="2340720"/>
            <a:ext cx="5827320" cy="365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29;p4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голубой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146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4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33;p5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темный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146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4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37;p6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39;p7"/>
          <p:cNvSpPr/>
          <p:nvPr/>
        </p:nvSpPr>
        <p:spPr>
          <a:xfrm>
            <a:off x="431640" y="375840"/>
            <a:ext cx="895032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Содержание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442800" y="1384920"/>
            <a:ext cx="5652720" cy="23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41;p7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43;p8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E4DAB513-C7E5-4CFB-AB1D-AC98052A468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06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под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47;p9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0E9274A6-9A9B-4BC8-B1F7-93C08F18F1DC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31640" y="1458360"/>
            <a:ext cx="9616680" cy="15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3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2710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81104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56;p10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960D54CE-383A-414B-A01C-08A71945442B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/>
          </p:nvPr>
        </p:nvSpPr>
        <p:spPr>
          <a:xfrm>
            <a:off x="432720" y="6131520"/>
            <a:ext cx="7752240" cy="3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57200" indent="-228600">
              <a:lnSpc>
                <a:spcPct val="12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Команда Снежинка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432720" y="4518000"/>
            <a:ext cx="7752240" cy="148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VibeCODE</a:t>
            </a:r>
            <a:endParaRPr b="1" lang="ru-RU" sz="6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10332000" y="5429880"/>
            <a:ext cx="1448640" cy="106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Выбранные инструменты</a:t>
            </a:r>
            <a:endParaRPr b="1" lang="ru-RU" sz="48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32720" y="1434600"/>
            <a:ext cx="9415440" cy="456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Выбор модели для разных задач (qwen3-32b-awq для всех задач)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Настройка температуры в зависимости от задачи: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- 0.3 - для анализа кода (точность)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- 0.7 - для генерации задач (креативность)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- 0.8 - для диалога (естественность)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Структурированные промпты для JSON ответов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Обработка различных форматов ответов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Streaming поддержка для real-time генерации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IDE: Monaco Editor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Front: Electron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Back; python 3.15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37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3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Архитектура проекта</a:t>
            </a:r>
            <a:endParaRPr b="1" lang="ru-RU" sz="3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776520" y="862560"/>
            <a:ext cx="7503480" cy="576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813240" y="236160"/>
            <a:ext cx="10581840" cy="640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Adaptive Hiring Experience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VibeCode AI Interviewer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0972800" cy="1097280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LLM · IDE · Anti-cheat ·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pic>
        <p:nvPicPr>
          <p:cNvPr id="4" name="Picture 3" descr="componen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Поток интервью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pic>
        <p:nvPicPr>
          <p:cNvPr id="4" name="Picture 3" descr="interview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6686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модули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Cloud 3"/>
          <p:cNvSpPr/>
          <p:nvPr/>
        </p:nvSpPr>
        <p:spPr>
          <a:xfrm>
            <a:off x="731520" y="2011680"/>
            <a:ext cx="2103120" cy="2103120"/>
          </a:xfrm>
          <a:prstGeom prst="cloud">
            <a:avLst/>
          </a:prstGeom>
          <a:solidFill>
            <a:srgbClr val="4EC9B0"/>
          </a:solidFill>
          <a:ln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IDE</a:t>
            </a:r>
          </a:p>
        </p:txBody>
      </p:sp>
      <p:sp>
        <p:nvSpPr>
          <p:cNvPr id="5" name="Cloud 4"/>
          <p:cNvSpPr/>
          <p:nvPr/>
        </p:nvSpPr>
        <p:spPr>
          <a:xfrm>
            <a:off x="3566160" y="2011680"/>
            <a:ext cx="2103120" cy="2103120"/>
          </a:xfrm>
          <a:prstGeom prst="cloud">
            <a:avLst/>
          </a:prstGeom>
          <a:solidFill>
            <a:srgbClr val="F5A672"/>
          </a:solidFill>
          <a:ln>
            <a:solidFill>
              <a:srgbClr val="F5A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6" name="Cloud 5"/>
          <p:cNvSpPr/>
          <p:nvPr/>
        </p:nvSpPr>
        <p:spPr>
          <a:xfrm>
            <a:off x="6400800" y="2011680"/>
            <a:ext cx="2103120" cy="2103120"/>
          </a:xfrm>
          <a:prstGeom prst="cloud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Anti-cheat</a:t>
            </a:r>
          </a:p>
        </p:txBody>
      </p:sp>
      <p:sp>
        <p:nvSpPr>
          <p:cNvPr id="7" name="Cloud 6"/>
          <p:cNvSpPr/>
          <p:nvPr/>
        </p:nvSpPr>
        <p:spPr>
          <a:xfrm>
            <a:off x="9235440" y="2011680"/>
            <a:ext cx="2103120" cy="2103120"/>
          </a:xfrm>
          <a:prstGeom prst="cloud">
            <a:avLst/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8229600" cy="640080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8229600" cy="640080"/>
          </a:xfrm>
          <a:prstGeom prst="rect">
            <a:avLst/>
          </a:prstGeom>
          <a:solidFill>
            <a:srgbClr val="4EC9B0"/>
          </a:solidFill>
          <a:ln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Smoke 9/9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08960"/>
            <a:ext cx="8229600" cy="640080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108960"/>
            <a:ext cx="6172200" cy="640080"/>
          </a:xfrm>
          <a:prstGeom prst="rect">
            <a:avLst/>
          </a:prstGeom>
          <a:solidFill>
            <a:srgbClr val="4EC9B0"/>
          </a:solidFill>
          <a:ln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Adaptive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572000"/>
            <a:ext cx="8229600" cy="640080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4526280" cy="640080"/>
          </a:xfrm>
          <a:prstGeom prst="rect">
            <a:avLst/>
          </a:prstGeom>
          <a:solidFill>
            <a:srgbClr val="4EC9B0"/>
          </a:solidFill>
          <a:ln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Analyzer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Дорожная карта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914400" y="2743200"/>
            <a:ext cx="1097280" cy="1097280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LLM ядро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3246120"/>
            <a:ext cx="1005840" cy="137160"/>
          </a:xfrm>
          <a:prstGeom prst="rect">
            <a:avLst/>
          </a:prstGeom>
          <a:solidFill>
            <a:srgbClr val="AABBFF"/>
          </a:solidFill>
          <a:ln>
            <a:solidFill>
              <a:srgbClr val="AA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6080" y="2743200"/>
            <a:ext cx="1097280" cy="1097280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Диалог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3246120"/>
            <a:ext cx="1005840" cy="137160"/>
          </a:xfrm>
          <a:prstGeom prst="rect">
            <a:avLst/>
          </a:prstGeom>
          <a:solidFill>
            <a:srgbClr val="AABBFF"/>
          </a:solidFill>
          <a:ln>
            <a:solidFill>
              <a:srgbClr val="AA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0" y="2743200"/>
            <a:ext cx="1097280" cy="1097280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Метрики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246120"/>
            <a:ext cx="1005840" cy="137160"/>
          </a:xfrm>
          <a:prstGeom prst="rect">
            <a:avLst/>
          </a:prstGeom>
          <a:solidFill>
            <a:srgbClr val="AABBFF"/>
          </a:solidFill>
          <a:ln>
            <a:solidFill>
              <a:srgbClr val="AA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9440" y="2743200"/>
            <a:ext cx="1097280" cy="1097280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Античит+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3246120"/>
            <a:ext cx="1005840" cy="137160"/>
          </a:xfrm>
          <a:prstGeom prst="rect">
            <a:avLst/>
          </a:prstGeom>
          <a:solidFill>
            <a:srgbClr val="AABBFF"/>
          </a:solidFill>
          <a:ln>
            <a:solidFill>
              <a:srgbClr val="AA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0" y="2743200"/>
            <a:ext cx="1097280" cy="1097280"/>
          </a:xfrm>
          <a:prstGeom prst="ellipse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сновной шаблон Т1">
  <a:themeElements>
    <a:clrScheme name="Пользовательские 11">
      <a:dk1>
        <a:srgbClr val="353535"/>
      </a:dk1>
      <a:lt1>
        <a:srgbClr val="ffffff"/>
      </a:lt1>
      <a:dk2>
        <a:srgbClr val="005aaa"/>
      </a:dk2>
      <a:lt2>
        <a:srgbClr val="00aae5"/>
      </a:lt2>
      <a:accent1>
        <a:srgbClr val="c4c4c4"/>
      </a:accent1>
      <a:accent2>
        <a:srgbClr val="11e9b9"/>
      </a:accent2>
      <a:accent3>
        <a:srgbClr val="1dc9e4"/>
      </a:accent3>
      <a:accent4>
        <a:srgbClr val="f47568"/>
      </a:accent4>
      <a:accent5>
        <a:srgbClr val="fecc66"/>
      </a:accent5>
      <a:accent6>
        <a:srgbClr val="8ecc4f"/>
      </a:accent6>
      <a:hlink>
        <a:srgbClr val="00aae6"/>
      </a:hlink>
      <a:folHlink>
        <a:srgbClr val="005aaa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cp:lastPrinted>2025-11-26T12:23:59Z</cp:lastPrinted>
  <dcterms:modified xsi:type="dcterms:W3CDTF">2025-11-26T12:25:06Z</dcterms:modified>
  <cp:revision>1</cp:revision>
  <dc:subject/>
  <dc:title/>
</cp:coreProperties>
</file>